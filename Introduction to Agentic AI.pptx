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Archivo Narrow"/>
      <p:regular r:id="rId19"/>
      <p:bold r:id="rId20"/>
      <p:italic r:id="rId21"/>
      <p:boldItalic r:id="rId22"/>
    </p:embeddedFont>
    <p:embeddedFont>
      <p:font typeface="Yellowtail"/>
      <p:regular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Arimo"/>
      <p:regular r:id="rId28"/>
      <p:bold r:id="rId29"/>
      <p:italic r:id="rId30"/>
      <p:boldItalic r:id="rId31"/>
    </p:embeddedFont>
    <p:embeddedFont>
      <p:font typeface="Inter"/>
      <p:bold r:id="rId32"/>
      <p:boldItalic r:id="rId33"/>
    </p:embeddedFont>
    <p:embeddedFont>
      <p:font typeface="Archivo Narrow Medium"/>
      <p:regular r:id="rId34"/>
      <p:bold r:id="rId35"/>
      <p:italic r:id="rId36"/>
      <p:boldItalic r:id="rId37"/>
    </p:embeddedFont>
    <p:embeddedFont>
      <p:font typeface="IBM Plex Sans Condense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Vb0pE4ut2v1PH9wn6mOAftye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Condensed-italic.fntdata"/><Relationship Id="rId20" Type="http://schemas.openxmlformats.org/officeDocument/2006/relationships/font" Target="fonts/ArchivoNarrow-bold.fntdata"/><Relationship Id="rId42" Type="http://customschemas.google.com/relationships/presentationmetadata" Target="metadata"/><Relationship Id="rId41" Type="http://schemas.openxmlformats.org/officeDocument/2006/relationships/font" Target="fonts/IBMPlexSansCondensed-boldItalic.fntdata"/><Relationship Id="rId22" Type="http://schemas.openxmlformats.org/officeDocument/2006/relationships/font" Target="fonts/ArchivoNarrow-boldItalic.fntdata"/><Relationship Id="rId21" Type="http://schemas.openxmlformats.org/officeDocument/2006/relationships/font" Target="fonts/ArchivoNarrow-italic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Yellowtail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Arimo-regular.fntdata"/><Relationship Id="rId27" Type="http://schemas.openxmlformats.org/officeDocument/2006/relationships/font" Target="fonts/Inter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im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7.xml"/><Relationship Id="rId33" Type="http://schemas.openxmlformats.org/officeDocument/2006/relationships/font" Target="fonts/Inter-boldItalic.fntdata"/><Relationship Id="rId10" Type="http://schemas.openxmlformats.org/officeDocument/2006/relationships/slide" Target="slides/slide6.xml"/><Relationship Id="rId32" Type="http://schemas.openxmlformats.org/officeDocument/2006/relationships/font" Target="fonts/Inter-bold.fntdata"/><Relationship Id="rId13" Type="http://schemas.openxmlformats.org/officeDocument/2006/relationships/slide" Target="slides/slide9.xml"/><Relationship Id="rId35" Type="http://schemas.openxmlformats.org/officeDocument/2006/relationships/font" Target="fonts/ArchivoNarrowMedium-bold.fntdata"/><Relationship Id="rId12" Type="http://schemas.openxmlformats.org/officeDocument/2006/relationships/slide" Target="slides/slide8.xml"/><Relationship Id="rId34" Type="http://schemas.openxmlformats.org/officeDocument/2006/relationships/font" Target="fonts/ArchivoNarrowMedium-regular.fntdata"/><Relationship Id="rId15" Type="http://schemas.openxmlformats.org/officeDocument/2006/relationships/slide" Target="slides/slide11.xml"/><Relationship Id="rId37" Type="http://schemas.openxmlformats.org/officeDocument/2006/relationships/font" Target="fonts/ArchivoNarrowMedium-boldItalic.fntdata"/><Relationship Id="rId14" Type="http://schemas.openxmlformats.org/officeDocument/2006/relationships/slide" Target="slides/slide10.xml"/><Relationship Id="rId36" Type="http://schemas.openxmlformats.org/officeDocument/2006/relationships/font" Target="fonts/ArchivoNarrowMedium-italic.fntdata"/><Relationship Id="rId17" Type="http://schemas.openxmlformats.org/officeDocument/2006/relationships/slide" Target="slides/slide13.xml"/><Relationship Id="rId39" Type="http://schemas.openxmlformats.org/officeDocument/2006/relationships/font" Target="fonts/IBMPlexSansCondensed-bold.fntdata"/><Relationship Id="rId16" Type="http://schemas.openxmlformats.org/officeDocument/2006/relationships/slide" Target="slides/slide12.xml"/><Relationship Id="rId38" Type="http://schemas.openxmlformats.org/officeDocument/2006/relationships/font" Target="fonts/IBMPlexSansCondensed-regular.fntdata"/><Relationship Id="rId19" Type="http://schemas.openxmlformats.org/officeDocument/2006/relationships/font" Target="fonts/ArchivoNarrow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Change the logo in this slide with the new one</a:t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597198bd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6597198bd_0_0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99497a4f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99497a4f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99497a4f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597198bd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597198bd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6597198bd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9497a4f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99497a4f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99497a4f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597198bd_0_4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f6597198bd_0_40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9497a4ff_0_3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f99497a4ff_0_37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9497a4ff_0_7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99497a4ff_0_71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99497a4ff_0_10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f99497a4ff_0_106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99497a4ff_0_8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f99497a4ff_0_88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6597198bd_0_8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f6597198bd_0_83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597198bd_0_12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Number of assessment 3 (even 2 assessments can be considered)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Total marks to be submitted to class teachers= 10 marks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No MCQ test for assessment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3 hrs per module (2+1)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f6597198bd_0_126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59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1"/>
          <p:cNvSpPr txBox="1"/>
          <p:nvPr>
            <p:ph type="ctrTitle"/>
          </p:nvPr>
        </p:nvSpPr>
        <p:spPr>
          <a:xfrm>
            <a:off x="415600" y="1886797"/>
            <a:ext cx="11360800" cy="18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1" name="Google Shape;21;p61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22" name="Google Shape;22;p61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61"/>
          <p:cNvSpPr/>
          <p:nvPr/>
        </p:nvSpPr>
        <p:spPr>
          <a:xfrm>
            <a:off x="-9449" y="-30349"/>
            <a:ext cx="12216800" cy="7372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61"/>
          <p:cNvSpPr/>
          <p:nvPr/>
        </p:nvSpPr>
        <p:spPr>
          <a:xfrm>
            <a:off x="-9325" y="154075"/>
            <a:ext cx="12209200" cy="12824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61"/>
          <p:cNvSpPr/>
          <p:nvPr/>
        </p:nvSpPr>
        <p:spPr>
          <a:xfrm>
            <a:off x="10763551" y="-30349"/>
            <a:ext cx="868800" cy="1467200"/>
          </a:xfrm>
          <a:prstGeom prst="parallelogram">
            <a:avLst>
              <a:gd fmla="val 57856" name="adj"/>
            </a:avLst>
          </a:prstGeom>
          <a:solidFill>
            <a:srgbClr val="D2AE6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61"/>
          <p:cNvSpPr/>
          <p:nvPr/>
        </p:nvSpPr>
        <p:spPr>
          <a:xfrm>
            <a:off x="7714000" y="-30349"/>
            <a:ext cx="3842000" cy="1488800"/>
          </a:xfrm>
          <a:prstGeom prst="parallelogram">
            <a:avLst>
              <a:gd fmla="val 33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27" name="Google Shape;27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8017" y="408211"/>
            <a:ext cx="2121133" cy="6747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1"/>
          <p:cNvSpPr/>
          <p:nvPr/>
        </p:nvSpPr>
        <p:spPr>
          <a:xfrm>
            <a:off x="-9325" y="6604519"/>
            <a:ext cx="12216800" cy="2596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61"/>
          <p:cNvSpPr/>
          <p:nvPr/>
        </p:nvSpPr>
        <p:spPr>
          <a:xfrm>
            <a:off x="-9325" y="5899575"/>
            <a:ext cx="12216800" cy="7372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0" name="Google Shape;30;p61"/>
          <p:cNvSpPr txBox="1"/>
          <p:nvPr/>
        </p:nvSpPr>
        <p:spPr>
          <a:xfrm>
            <a:off x="381000" y="5899575"/>
            <a:ext cx="3810000" cy="1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b="1" i="0" sz="20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b="0" i="0" sz="16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b="0" i="0" sz="16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61"/>
          <p:cNvSpPr txBox="1"/>
          <p:nvPr/>
        </p:nvSpPr>
        <p:spPr>
          <a:xfrm>
            <a:off x="4191000" y="5899575"/>
            <a:ext cx="381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b="1" i="0" sz="20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b="0" i="0" sz="16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2" name="Google Shape;32;p61"/>
          <p:cNvSpPr txBox="1"/>
          <p:nvPr/>
        </p:nvSpPr>
        <p:spPr>
          <a:xfrm>
            <a:off x="8572600" y="5899575"/>
            <a:ext cx="2983200" cy="1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b="1" i="0" sz="20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b="0" i="0" sz="16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b="0" i="0" lang="en-GB" sz="16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b="0" i="0" sz="16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2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3"/>
          <p:cNvSpPr txBox="1"/>
          <p:nvPr>
            <p:ph type="title"/>
          </p:nvPr>
        </p:nvSpPr>
        <p:spPr>
          <a:xfrm>
            <a:off x="415600" y="4917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7" name="Google Shape;37;p63"/>
          <p:cNvSpPr txBox="1"/>
          <p:nvPr>
            <p:ph idx="1" type="body"/>
          </p:nvPr>
        </p:nvSpPr>
        <p:spPr>
          <a:xfrm>
            <a:off x="415600" y="1419388"/>
            <a:ext cx="11360800" cy="46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indent="-463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4508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5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43180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indent="-43180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indent="-43180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indent="-431800" lvl="5" marL="2743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indent="-431800" lvl="6" marL="3200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indent="-431800" lvl="7" marL="3657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indent="-431800" lvl="8" marL="411480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32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38" name="Google Shape;38;p63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63"/>
          <p:cNvSpPr txBox="1"/>
          <p:nvPr/>
        </p:nvSpPr>
        <p:spPr>
          <a:xfrm>
            <a:off x="11585175" y="6515100"/>
            <a:ext cx="5328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15600" y="517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15600" y="1536624"/>
            <a:ext cx="5333200" cy="47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indent="-3873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6443200" y="1536625"/>
            <a:ext cx="5333200" cy="47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indent="-3873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4" name="Google Shape;44;p64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64"/>
          <p:cNvSpPr/>
          <p:nvPr/>
        </p:nvSpPr>
        <p:spPr>
          <a:xfrm rot="10800000">
            <a:off x="-2933" y="-25"/>
            <a:ext cx="122068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5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8" name="Google Shape;48;p65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6"/>
          <p:cNvSpPr txBox="1"/>
          <p:nvPr>
            <p:ph type="title"/>
          </p:nvPr>
        </p:nvSpPr>
        <p:spPr>
          <a:xfrm>
            <a:off x="415600" y="517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51" name="Google Shape;51;p66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7"/>
          <p:cNvSpPr txBox="1"/>
          <p:nvPr>
            <p:ph type="title"/>
          </p:nvPr>
        </p:nvSpPr>
        <p:spPr>
          <a:xfrm>
            <a:off x="415600" y="740800"/>
            <a:ext cx="70784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54" name="Google Shape;54;p67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55" name="Google Shape;55;p67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8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58" name="Google Shape;58;p68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9"/>
          <p:cNvSpPr/>
          <p:nvPr/>
        </p:nvSpPr>
        <p:spPr>
          <a:xfrm>
            <a:off x="6096000" y="272151"/>
            <a:ext cx="6096000" cy="613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9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62" name="Google Shape;62;p69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63" name="Google Shape;63;p69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-4635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508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500"/>
              <a:buChar char="○"/>
              <a:defRPr/>
            </a:lvl2pPr>
            <a:lvl3pPr indent="-43180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■"/>
              <a:defRPr/>
            </a:lvl3pPr>
            <a:lvl4pPr indent="-43180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●"/>
              <a:defRPr/>
            </a:lvl4pPr>
            <a:lvl5pPr indent="-43180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○"/>
              <a:defRPr/>
            </a:lvl5pPr>
            <a:lvl6pPr indent="-431800" lvl="5" marL="2743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■"/>
              <a:defRPr/>
            </a:lvl6pPr>
            <a:lvl7pPr indent="-431800" lvl="6" marL="3200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●"/>
              <a:defRPr/>
            </a:lvl7pPr>
            <a:lvl8pPr indent="-431800" lvl="7" marL="3657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○"/>
              <a:defRPr/>
            </a:lvl8pPr>
            <a:lvl9pPr indent="-431800" lvl="8" marL="411480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3200"/>
              <a:buChar char="■"/>
              <a:defRPr/>
            </a:lvl9pPr>
          </a:lstStyle>
          <a:p/>
        </p:txBody>
      </p:sp>
      <p:sp>
        <p:nvSpPr>
          <p:cNvPr id="64" name="Google Shape;64;p69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0"/>
          <p:cNvSpPr txBox="1"/>
          <p:nvPr>
            <p:ph idx="1" type="body"/>
          </p:nvPr>
        </p:nvSpPr>
        <p:spPr>
          <a:xfrm>
            <a:off x="415600" y="5773325"/>
            <a:ext cx="7998400" cy="6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</a:lstStyle>
          <a:p/>
        </p:txBody>
      </p:sp>
      <p:sp>
        <p:nvSpPr>
          <p:cNvPr id="67" name="Google Shape;67;p70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1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70" name="Google Shape;70;p71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indent="-4635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50850" lvl="1" marL="9144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500"/>
              <a:buChar char="○"/>
              <a:defRPr/>
            </a:lvl2pPr>
            <a:lvl3pPr indent="-431800" lvl="2" marL="13716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■"/>
              <a:defRPr/>
            </a:lvl3pPr>
            <a:lvl4pPr indent="-431800" lvl="3" marL="18288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●"/>
              <a:defRPr/>
            </a:lvl4pPr>
            <a:lvl5pPr indent="-431800" lvl="4" marL="22860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○"/>
              <a:defRPr/>
            </a:lvl5pPr>
            <a:lvl6pPr indent="-431800" lvl="5" marL="27432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■"/>
              <a:defRPr/>
            </a:lvl6pPr>
            <a:lvl7pPr indent="-431800" lvl="6" marL="32004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●"/>
              <a:defRPr/>
            </a:lvl7pPr>
            <a:lvl8pPr indent="-431800" lvl="7" marL="36576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200"/>
              <a:buChar char="○"/>
              <a:defRPr/>
            </a:lvl8pPr>
            <a:lvl9pPr indent="-431800" lvl="8" marL="4114800" algn="ctr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3200"/>
              <a:buChar char="■"/>
              <a:defRPr/>
            </a:lvl9pPr>
          </a:lstStyle>
          <a:p/>
        </p:txBody>
      </p:sp>
      <p:sp>
        <p:nvSpPr>
          <p:cNvPr id="71" name="Google Shape;71;p71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2"/>
          <p:cNvSpPr txBox="1"/>
          <p:nvPr>
            <p:ph type="title"/>
          </p:nvPr>
        </p:nvSpPr>
        <p:spPr>
          <a:xfrm>
            <a:off x="691079" y="725951"/>
            <a:ext cx="10325200" cy="14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74" name="Google Shape;74;p72"/>
          <p:cNvSpPr txBox="1"/>
          <p:nvPr>
            <p:ph idx="1" type="body"/>
          </p:nvPr>
        </p:nvSpPr>
        <p:spPr>
          <a:xfrm>
            <a:off x="691079" y="2340131"/>
            <a:ext cx="10325200" cy="3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▪"/>
              <a:defRPr/>
            </a:lvl5pPr>
            <a:lvl6pPr indent="-3810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75" name="Google Shape;75;p72"/>
          <p:cNvSpPr txBox="1"/>
          <p:nvPr>
            <p:ph idx="12" type="sldNum"/>
          </p:nvPr>
        </p:nvSpPr>
        <p:spPr>
          <a:xfrm>
            <a:off x="11003649" y="6215871"/>
            <a:ext cx="979200" cy="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3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None/>
              <a:defRPr/>
            </a:lvl1pPr>
            <a:lvl2pPr indent="-3810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Char char="■"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73"/>
          <p:cNvSpPr/>
          <p:nvPr/>
        </p:nvSpPr>
        <p:spPr>
          <a:xfrm>
            <a:off x="-14700" y="6347775"/>
            <a:ext cx="12206800" cy="5104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3"/>
          <p:cNvSpPr txBox="1"/>
          <p:nvPr/>
        </p:nvSpPr>
        <p:spPr>
          <a:xfrm>
            <a:off x="4457600" y="6431140"/>
            <a:ext cx="32768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9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73"/>
          <p:cNvSpPr/>
          <p:nvPr/>
        </p:nvSpPr>
        <p:spPr>
          <a:xfrm rot="10800000">
            <a:off x="9261067" y="175"/>
            <a:ext cx="2942800" cy="61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3"/>
          <p:cNvSpPr/>
          <p:nvPr/>
        </p:nvSpPr>
        <p:spPr>
          <a:xfrm rot="10800000">
            <a:off x="-2933" y="-25"/>
            <a:ext cx="122068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3"/>
          <p:cNvSpPr txBox="1"/>
          <p:nvPr/>
        </p:nvSpPr>
        <p:spPr>
          <a:xfrm>
            <a:off x="9261067" y="248095"/>
            <a:ext cx="2942800" cy="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orgia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6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/>
          <p:nvPr>
            <p:ph type="title"/>
          </p:nvPr>
        </p:nvSpPr>
        <p:spPr>
          <a:xfrm>
            <a:off x="415600" y="517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IBM Plex Sans Condensed"/>
              <a:buNone/>
              <a:defRPr b="1" i="0" sz="4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11" name="Google Shape;11;p60"/>
          <p:cNvSpPr txBox="1"/>
          <p:nvPr>
            <p:ph idx="1" type="body"/>
          </p:nvPr>
        </p:nvSpPr>
        <p:spPr>
          <a:xfrm>
            <a:off x="415600" y="1356875"/>
            <a:ext cx="11360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>
            <a:lvl1pPr indent="-463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BM Plex Sans Condensed"/>
              <a:buChar char="●"/>
              <a:defRPr b="0" i="0" sz="37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450850" lvl="1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IBM Plex Sans Condensed"/>
              <a:buChar char="○"/>
              <a:defRPr b="0" i="0" sz="35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vo Narrow"/>
              <a:buChar char="■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vo Narrow"/>
              <a:buChar char="●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vo Narrow"/>
              <a:buChar char="○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vo Narrow"/>
              <a:buChar char="■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vo Narrow"/>
              <a:buChar char="●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chivo Narrow"/>
              <a:buChar char="○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3200"/>
              <a:buFont typeface="Archivo Narrow"/>
              <a:buChar char="■"/>
              <a:defRPr b="0" i="0" sz="3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12" name="Google Shape;12;p60"/>
          <p:cNvSpPr/>
          <p:nvPr/>
        </p:nvSpPr>
        <p:spPr>
          <a:xfrm>
            <a:off x="0" y="-9720"/>
            <a:ext cx="12192000" cy="2620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60"/>
          <p:cNvSpPr/>
          <p:nvPr/>
        </p:nvSpPr>
        <p:spPr>
          <a:xfrm>
            <a:off x="0" y="6615551"/>
            <a:ext cx="12192000" cy="2620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60"/>
          <p:cNvSpPr/>
          <p:nvPr/>
        </p:nvSpPr>
        <p:spPr>
          <a:xfrm>
            <a:off x="-49" y="6387300"/>
            <a:ext cx="12192000" cy="35360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60"/>
          <p:cNvSpPr txBox="1"/>
          <p:nvPr/>
        </p:nvSpPr>
        <p:spPr>
          <a:xfrm rot="-462651">
            <a:off x="8856867" y="6369156"/>
            <a:ext cx="1824497" cy="90297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2100" u="none" cap="none" strike="noStrik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60"/>
          <p:cNvSpPr txBox="1"/>
          <p:nvPr/>
        </p:nvSpPr>
        <p:spPr>
          <a:xfrm rot="1419">
            <a:off x="6067895" y="6448425"/>
            <a:ext cx="29064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900" u="none" cap="none" strike="noStrik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60"/>
          <p:cNvSpPr txBox="1"/>
          <p:nvPr>
            <p:ph idx="12" type="sldNum"/>
          </p:nvPr>
        </p:nvSpPr>
        <p:spPr>
          <a:xfrm>
            <a:off x="11220400" y="6408364"/>
            <a:ext cx="7316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60"/>
          <p:cNvPicPr preferRelativeResize="0"/>
          <p:nvPr/>
        </p:nvPicPr>
        <p:blipFill rotWithShape="1">
          <a:blip r:embed="rId1">
            <a:alphaModFix amt="2000"/>
          </a:blip>
          <a:srcRect b="0" l="0" r="0" t="0"/>
          <a:stretch/>
        </p:blipFill>
        <p:spPr>
          <a:xfrm>
            <a:off x="8405600" y="2427475"/>
            <a:ext cx="2503763" cy="24952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617551" y="2313225"/>
            <a:ext cx="51708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415650" y="2313230"/>
            <a:ext cx="113607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5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Agentic AI Workflow Automation</a:t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063925" y="4108400"/>
            <a:ext cx="5914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Dr. Ashwini Patil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-27400" y="6057364"/>
            <a:ext cx="12232196" cy="813436"/>
            <a:chOff x="0" y="0"/>
            <a:chExt cx="24464392" cy="1071626"/>
          </a:xfrm>
        </p:grpSpPr>
        <p:sp>
          <p:nvSpPr>
            <p:cNvPr id="97" name="Google Shape;97;p2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100" name="Google Shape;100;p2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103" name="Google Shape;103;p2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4518551" y="6479392"/>
            <a:ext cx="3154800" cy="35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322017" y="64224"/>
            <a:ext cx="2821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77433" y="2165833"/>
            <a:ext cx="112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08" name="Google Shape;108;p2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9" name="Google Shape;10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875" y="710550"/>
            <a:ext cx="8460998" cy="51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g3f6597198bd_0_0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115" name="Google Shape;115;g3f6597198bd_0_0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f6597198bd_0_0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g3f6597198bd_0_0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118" name="Google Shape;118;g3f6597198bd_0_0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f6597198bd_0_0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g3f6597198bd_0_0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121" name="Google Shape;121;g3f6597198bd_0_0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f6597198bd_0_0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g3f6597198bd_0_0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6597198bd_0_0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6597198bd_0_0"/>
          <p:cNvSpPr txBox="1"/>
          <p:nvPr/>
        </p:nvSpPr>
        <p:spPr>
          <a:xfrm>
            <a:off x="677433" y="2165833"/>
            <a:ext cx="112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26" name="Google Shape;126;g3f6597198bd_0_0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7" name="Google Shape;127;g3f6597198b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775" y="627663"/>
            <a:ext cx="9548215" cy="537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9497a4ff_0_1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4" name="Google Shape;134;g3f99497a4f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25" y="400050"/>
            <a:ext cx="11221801" cy="58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597198bd_0_155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g3f6597198bd_0_155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Flow Automation Tools</a:t>
            </a:r>
            <a:endParaRPr/>
          </a:p>
        </p:txBody>
      </p:sp>
      <p:sp>
        <p:nvSpPr>
          <p:cNvPr id="142" name="Google Shape;142;g3f6597198bd_0_155"/>
          <p:cNvSpPr txBox="1"/>
          <p:nvPr>
            <p:ph idx="1" type="body"/>
          </p:nvPr>
        </p:nvSpPr>
        <p:spPr>
          <a:xfrm>
            <a:off x="415600" y="1419388"/>
            <a:ext cx="11360700" cy="4672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Hands-on Demo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Activepieces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studio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Opal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popular tool to explore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N8n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Zapier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9497a4ff_0_7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99497a4ff_0_7"/>
          <p:cNvSpPr txBox="1"/>
          <p:nvPr>
            <p:ph idx="1" type="body"/>
          </p:nvPr>
        </p:nvSpPr>
        <p:spPr>
          <a:xfrm>
            <a:off x="415600" y="1419388"/>
            <a:ext cx="11360700" cy="4672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99497a4ff_0_7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1" name="Google Shape;151;g3f99497a4ff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346975"/>
            <a:ext cx="11430000" cy="6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g3f6597198bd_0_40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157" name="Google Shape;157;g3f6597198bd_0_40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f6597198bd_0_40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g3f6597198bd_0_40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160" name="Google Shape;160;g3f6597198bd_0_40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f6597198bd_0_40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g3f6597198bd_0_40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163" name="Google Shape;163;g3f6597198bd_0_40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f6597198bd_0_40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g3f6597198bd_0_40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6597198bd_0_40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597198bd_0_40"/>
          <p:cNvSpPr txBox="1"/>
          <p:nvPr/>
        </p:nvSpPr>
        <p:spPr>
          <a:xfrm>
            <a:off x="677433" y="2165833"/>
            <a:ext cx="112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68" name="Google Shape;168;g3f6597198bd_0_40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9" name="Google Shape;169;g3f6597198bd_0_40"/>
          <p:cNvSpPr txBox="1"/>
          <p:nvPr/>
        </p:nvSpPr>
        <p:spPr>
          <a:xfrm>
            <a:off x="952500" y="902350"/>
            <a:ext cx="103302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Core Elements of Workflow Automation</a:t>
            </a:r>
            <a:endParaRPr b="1" sz="23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5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Workflow automation is the structured execution of repeatable processes using predefined rules, designed to increase efficiency.</a:t>
            </a:r>
            <a:endParaRPr b="0" sz="15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0" name="Google Shape;170;g3f6597198bd_0_40"/>
          <p:cNvGrpSpPr/>
          <p:nvPr/>
        </p:nvGrpSpPr>
        <p:grpSpPr>
          <a:xfrm>
            <a:off x="1260814" y="2238374"/>
            <a:ext cx="3083585" cy="3188399"/>
            <a:chOff x="381000" y="1381125"/>
            <a:chExt cx="2667000" cy="2857500"/>
          </a:xfrm>
        </p:grpSpPr>
        <p:sp>
          <p:nvSpPr>
            <p:cNvPr id="171" name="Google Shape;171;g3f6597198bd_0_40"/>
            <p:cNvSpPr/>
            <p:nvPr/>
          </p:nvSpPr>
          <p:spPr>
            <a:xfrm>
              <a:off x="381000" y="1381125"/>
              <a:ext cx="2667000" cy="28575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106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g3f6597198bd_0_40"/>
            <p:cNvSpPr/>
            <p:nvPr/>
          </p:nvSpPr>
          <p:spPr>
            <a:xfrm>
              <a:off x="571500" y="1571625"/>
              <a:ext cx="381000" cy="38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g3f6597198bd_0_40"/>
            <p:cNvSpPr txBox="1"/>
            <p:nvPr/>
          </p:nvSpPr>
          <p:spPr>
            <a:xfrm>
              <a:off x="609600" y="16097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39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339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g3f6597198bd_0_40"/>
            <p:cNvSpPr txBox="1"/>
            <p:nvPr/>
          </p:nvSpPr>
          <p:spPr>
            <a:xfrm>
              <a:off x="609600" y="2143125"/>
              <a:ext cx="2209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506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Triggers</a:t>
              </a:r>
              <a:endParaRPr b="0" sz="1506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004"/>
                </a:spcBef>
                <a:spcAft>
                  <a:spcPts val="0"/>
                </a:spcAft>
                <a:buNone/>
              </a:pPr>
              <a:r>
                <a:rPr b="0" lang="en-GB" sz="117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mandatory entry point or "spark" initiating a process, either event-based (like receiving an email) or scheduled (like daily syncs).</a:t>
              </a:r>
              <a:endParaRPr b="0" sz="1172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g3f6597198bd_0_40"/>
          <p:cNvGrpSpPr/>
          <p:nvPr/>
        </p:nvGrpSpPr>
        <p:grpSpPr>
          <a:xfrm>
            <a:off x="4564656" y="2238374"/>
            <a:ext cx="3083585" cy="3188399"/>
            <a:chOff x="3238500" y="1381125"/>
            <a:chExt cx="2667000" cy="2857500"/>
          </a:xfrm>
        </p:grpSpPr>
        <p:sp>
          <p:nvSpPr>
            <p:cNvPr id="176" name="Google Shape;176;g3f6597198bd_0_40"/>
            <p:cNvSpPr/>
            <p:nvPr/>
          </p:nvSpPr>
          <p:spPr>
            <a:xfrm>
              <a:off x="3238500" y="1381125"/>
              <a:ext cx="2667000" cy="28575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106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g3f6597198bd_0_40"/>
            <p:cNvSpPr/>
            <p:nvPr/>
          </p:nvSpPr>
          <p:spPr>
            <a:xfrm>
              <a:off x="3429000" y="1571625"/>
              <a:ext cx="381000" cy="38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g3f6597198bd_0_40"/>
            <p:cNvSpPr txBox="1"/>
            <p:nvPr/>
          </p:nvSpPr>
          <p:spPr>
            <a:xfrm>
              <a:off x="3467100" y="16097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39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339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g3f6597198bd_0_40"/>
            <p:cNvSpPr txBox="1"/>
            <p:nvPr/>
          </p:nvSpPr>
          <p:spPr>
            <a:xfrm>
              <a:off x="3467100" y="2143125"/>
              <a:ext cx="2209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506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Actions</a:t>
              </a:r>
              <a:endParaRPr b="0" sz="1506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004"/>
                </a:spcBef>
                <a:spcAft>
                  <a:spcPts val="0"/>
                </a:spcAft>
                <a:buNone/>
              </a:pPr>
              <a:r>
                <a:rPr b="0" lang="en-GB" sz="117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specific automated tasks performed, such as sending immediate Slack notifications, updating CRM records, or triggering APIs.</a:t>
              </a:r>
              <a:endParaRPr b="0" sz="1172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g3f6597198bd_0_40"/>
          <p:cNvGrpSpPr/>
          <p:nvPr/>
        </p:nvGrpSpPr>
        <p:grpSpPr>
          <a:xfrm>
            <a:off x="7868497" y="2238374"/>
            <a:ext cx="3083585" cy="3188399"/>
            <a:chOff x="6096000" y="1381125"/>
            <a:chExt cx="2667000" cy="2857500"/>
          </a:xfrm>
        </p:grpSpPr>
        <p:sp>
          <p:nvSpPr>
            <p:cNvPr id="181" name="Google Shape;181;g3f6597198bd_0_40"/>
            <p:cNvSpPr/>
            <p:nvPr/>
          </p:nvSpPr>
          <p:spPr>
            <a:xfrm>
              <a:off x="6096000" y="1381125"/>
              <a:ext cx="2667000" cy="28575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106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g3f6597198bd_0_40"/>
            <p:cNvSpPr/>
            <p:nvPr/>
          </p:nvSpPr>
          <p:spPr>
            <a:xfrm>
              <a:off x="6286500" y="1571625"/>
              <a:ext cx="381000" cy="38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f6597198bd_0_40"/>
            <p:cNvSpPr txBox="1"/>
            <p:nvPr/>
          </p:nvSpPr>
          <p:spPr>
            <a:xfrm>
              <a:off x="6324600" y="16097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39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339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g3f6597198bd_0_40"/>
            <p:cNvSpPr txBox="1"/>
            <p:nvPr/>
          </p:nvSpPr>
          <p:spPr>
            <a:xfrm>
              <a:off x="6324600" y="2143125"/>
              <a:ext cx="2209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506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Variables</a:t>
              </a:r>
              <a:endParaRPr b="0" sz="1506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004"/>
                </a:spcBef>
                <a:spcAft>
                  <a:spcPts val="0"/>
                </a:spcAft>
                <a:buNone/>
              </a:pPr>
              <a:r>
                <a:rPr b="0" lang="en-GB" sz="1172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Dynamic placeholders (e.g., {{user.name}}) that capture and route data from triggers to personalize workflow content dynamically.</a:t>
              </a:r>
              <a:endParaRPr b="0" sz="1172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g3f99497a4ff_0_37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190" name="Google Shape;190;g3f99497a4ff_0_37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f99497a4ff_0_37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g3f99497a4ff_0_37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193" name="Google Shape;193;g3f99497a4ff_0_37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f99497a4ff_0_37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g3f99497a4ff_0_37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196" name="Google Shape;196;g3f99497a4ff_0_37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f99497a4ff_0_37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g3f99497a4ff_0_37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99497a4ff_0_37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99497a4ff_0_37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g3f99497a4ff_0_37"/>
          <p:cNvSpPr txBox="1"/>
          <p:nvPr>
            <p:ph idx="4294967295"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- </a:t>
            </a:r>
            <a:r>
              <a:rPr lang="en-GB"/>
              <a:t>AI-powered automation </a:t>
            </a:r>
            <a:endParaRPr/>
          </a:p>
        </p:txBody>
      </p:sp>
      <p:sp>
        <p:nvSpPr>
          <p:cNvPr id="202" name="Google Shape;202;g3f99497a4ff_0_37"/>
          <p:cNvSpPr txBox="1"/>
          <p:nvPr>
            <p:ph idx="4294967295" type="body"/>
          </p:nvPr>
        </p:nvSpPr>
        <p:spPr>
          <a:xfrm>
            <a:off x="415600" y="1419388"/>
            <a:ext cx="11360700" cy="4672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Case: AI-Powered Personalized Learning Assistant using Activepieces</a:t>
            </a:r>
            <a:r>
              <a:rPr lang="en-GB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b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 AI assistant that helps students plan their studies and provides daily personalized learning support by combining syllabus analysis, scheduling, and AI-generated study material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Workflow 1: AI Academic Study Planner (Manual Initiation)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Purpose: Create a personalized study roadmap for the student.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Steps: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Trigger – Student starts the planning process.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 Course Syllabus (Google Docs) – Extract topics and learning objectives.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 Student Preferences (Google Sheets) – Collect available study hours and preferred schedule.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 Google Calendar – Identify free slots by checking existing events.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Gemini AI Analysis – Generate a conflict-free 30-day study plan.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Save Study Plan (Google Docs) – Store the personalized schedule.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b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 structured 30-day learning roadmap.</a:t>
            </a:r>
            <a:endParaRPr sz="4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g3f99497a4ff_0_71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208" name="Google Shape;208;g3f99497a4ff_0_71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f99497a4ff_0_71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g3f99497a4ff_0_71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211" name="Google Shape;211;g3f99497a4ff_0_71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f99497a4ff_0_71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g3f99497a4ff_0_71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214" name="Google Shape;214;g3f99497a4ff_0_71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f99497a4ff_0_71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g3f99497a4ff_0_71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99497a4ff_0_71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99497a4ff_0_71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9" name="Google Shape;219;g3f99497a4ff_0_71"/>
          <p:cNvSpPr txBox="1"/>
          <p:nvPr>
            <p:ph idx="4294967295"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220" name="Google Shape;220;g3f99497a4ff_0_71"/>
          <p:cNvSpPr txBox="1"/>
          <p:nvPr>
            <p:ph idx="4294967295" type="body"/>
          </p:nvPr>
        </p:nvSpPr>
        <p:spPr>
          <a:xfrm>
            <a:off x="415600" y="1419388"/>
            <a:ext cx="11360700" cy="4672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Workflow 2: AI Daily Learning Coach (Automatic Execution)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Purpose: Act as a personal AI tutor by delivering daily learning assistance.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Steps: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Schedule Trigger – Runs automatically every day.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 Study Plan (Google Docs) – Fetch today's planned topic.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Gemini AI – Generate Learning Content – Creates: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Topic summary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Important concepts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Practice MCQs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Quick revision points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Motivation message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Gmail Notification – Sends personalized study material to the student.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b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Daily AI-generated learning package delivered to the student.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g3f99497a4ff_0_106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226" name="Google Shape;226;g3f99497a4ff_0_106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f99497a4ff_0_106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g3f99497a4ff_0_106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229" name="Google Shape;229;g3f99497a4ff_0_106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f99497a4ff_0_106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g3f99497a4ff_0_106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232" name="Google Shape;232;g3f99497a4ff_0_106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f99497a4ff_0_106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g3f99497a4ff_0_106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f99497a4ff_0_106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99497a4ff_0_106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g3f99497a4ff_0_106"/>
          <p:cNvSpPr txBox="1"/>
          <p:nvPr>
            <p:ph idx="4294967295"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pic>
        <p:nvPicPr>
          <p:cNvPr id="238" name="Google Shape;238;g3f99497a4ff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750" y="860890"/>
            <a:ext cx="2968250" cy="513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f99497a4ff_0_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7225" y="1093867"/>
            <a:ext cx="2254792" cy="4497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g3f99497a4ff_0_88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245" name="Google Shape;245;g3f99497a4ff_0_88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f99497a4ff_0_88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g3f99497a4ff_0_88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248" name="Google Shape;248;g3f99497a4ff_0_88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f99497a4ff_0_88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g3f99497a4ff_0_88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251" name="Google Shape;251;g3f99497a4ff_0_88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f99497a4ff_0_88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3f99497a4ff_0_88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99497a4ff_0_88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99497a4ff_0_88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6" name="Google Shape;256;g3f99497a4ff_0_88"/>
          <p:cNvSpPr txBox="1"/>
          <p:nvPr>
            <p:ph idx="4294967295"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- Agentic AI workflow </a:t>
            </a:r>
            <a:endParaRPr/>
          </a:p>
        </p:txBody>
      </p:sp>
      <p:sp>
        <p:nvSpPr>
          <p:cNvPr id="257" name="Google Shape;257;g3f99497a4ff_0_88"/>
          <p:cNvSpPr txBox="1"/>
          <p:nvPr>
            <p:ph idx="4294967295" type="body"/>
          </p:nvPr>
        </p:nvSpPr>
        <p:spPr>
          <a:xfrm>
            <a:off x="415600" y="1419388"/>
            <a:ext cx="11360700" cy="4672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Case: </a:t>
            </a:r>
            <a:r>
              <a:rPr b="1"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Daily Digest: Auto-send a morning summary of meetings, tasks, and deadlines. 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Workflow 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Automatically create a prioritized morning summary using meetings, tasks, and deadlines.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 Trigger – Runs every morning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 – Receives the goal and decides what information it needs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Calendar Tool – Retrieves meetings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Sheets Tool – Retrieves tasks and deadlines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 – Analyzes and prioritizes the information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Gmail – Sends the morning digest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personalized morning email summarizing meetings, urgent tasks, and upcoming deadlines.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g3f99497a4ff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0300" y="1006277"/>
            <a:ext cx="3301799" cy="467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g3f6597198bd_0_83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264" name="Google Shape;264;g3f6597198bd_0_83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f6597198bd_0_83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g3f6597198bd_0_83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267" name="Google Shape;267;g3f6597198bd_0_83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f6597198bd_0_83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g3f6597198bd_0_83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270" name="Google Shape;270;g3f6597198bd_0_83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f6597198bd_0_83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g3f6597198bd_0_83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6597198bd_0_83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6597198bd_0_83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g3f6597198bd_0_83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Ethical Use of Agentic AI </a:t>
            </a:r>
            <a:endParaRPr/>
          </a:p>
        </p:txBody>
      </p:sp>
      <p:sp>
        <p:nvSpPr>
          <p:cNvPr id="276" name="Google Shape;276;g3f6597198bd_0_83"/>
          <p:cNvSpPr txBox="1"/>
          <p:nvPr>
            <p:ph idx="1" type="body"/>
          </p:nvPr>
        </p:nvSpPr>
        <p:spPr>
          <a:xfrm>
            <a:off x="415600" y="1419388"/>
            <a:ext cx="11360700" cy="4672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AI responsibly</a:t>
            </a:r>
            <a:r>
              <a:rPr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Use AI to assist learning, not replace your own work.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 its limitations</a:t>
            </a:r>
            <a:r>
              <a:rPr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AI can make mistakes, misunderstand instructions, or provide outdated information.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AI-generated outputs</a:t>
            </a:r>
            <a:r>
              <a:rPr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Always check facts, calculations, code, and references before using them.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 privacy</a:t>
            </a:r>
            <a:r>
              <a:rPr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Avoid sharing personal, confidential, or sensitive information with AI systems.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transparent</a:t>
            </a:r>
            <a:r>
              <a:rPr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Acknowledge AI assistance when required by your institution or instructor.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human judgment</a:t>
            </a:r>
            <a:r>
              <a:rPr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Review and approve AI-generated decisions before acting on them.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g3f6597198bd_0_126"/>
          <p:cNvGrpSpPr/>
          <p:nvPr/>
        </p:nvGrpSpPr>
        <p:grpSpPr>
          <a:xfrm>
            <a:off x="-27400" y="6057364"/>
            <a:ext cx="12232196" cy="813471"/>
            <a:chOff x="0" y="0"/>
            <a:chExt cx="24464392" cy="1071626"/>
          </a:xfrm>
        </p:grpSpPr>
        <p:sp>
          <p:nvSpPr>
            <p:cNvPr id="282" name="Google Shape;282;g3f6597198bd_0_126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f6597198bd_0_126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g3f6597198bd_0_126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285" name="Google Shape;285;g3f6597198bd_0_126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f6597198bd_0_126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g3f6597198bd_0_126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288" name="Google Shape;288;g3f6597198bd_0_126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f6597198bd_0_126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g3f6597198bd_0_126"/>
          <p:cNvSpPr txBox="1"/>
          <p:nvPr/>
        </p:nvSpPr>
        <p:spPr>
          <a:xfrm>
            <a:off x="4518551" y="6479392"/>
            <a:ext cx="315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6597198bd_0_126"/>
          <p:cNvSpPr txBox="1"/>
          <p:nvPr/>
        </p:nvSpPr>
        <p:spPr>
          <a:xfrm>
            <a:off x="9322017" y="64224"/>
            <a:ext cx="2821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6597198bd_0_126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g3f6597198bd_0_126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of AI generated Output</a:t>
            </a:r>
            <a:endParaRPr/>
          </a:p>
        </p:txBody>
      </p:sp>
      <p:grpSp>
        <p:nvGrpSpPr>
          <p:cNvPr id="294" name="Google Shape;294;g3f6597198bd_0_126"/>
          <p:cNvGrpSpPr/>
          <p:nvPr/>
        </p:nvGrpSpPr>
        <p:grpSpPr>
          <a:xfrm>
            <a:off x="705167" y="1768448"/>
            <a:ext cx="10231723" cy="3775720"/>
            <a:chOff x="2990850" y="1114425"/>
            <a:chExt cx="5581650" cy="3333675"/>
          </a:xfrm>
        </p:grpSpPr>
        <p:sp>
          <p:nvSpPr>
            <p:cNvPr id="295" name="Google Shape;295;g3f6597198bd_0_126"/>
            <p:cNvSpPr/>
            <p:nvPr/>
          </p:nvSpPr>
          <p:spPr>
            <a:xfrm>
              <a:off x="2990850" y="1228725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6" name="Google Shape;296;g3f6597198bd_0_126"/>
            <p:cNvCxnSpPr/>
            <p:nvPr/>
          </p:nvCxnSpPr>
          <p:spPr>
            <a:xfrm>
              <a:off x="3048000" y="1343025"/>
              <a:ext cx="0" cy="705000"/>
            </a:xfrm>
            <a:prstGeom prst="straightConnector1">
              <a:avLst/>
            </a:prstGeom>
            <a:solidFill>
              <a:srgbClr val="FFFFFF"/>
            </a:solidFill>
            <a:ln cap="flat" cmpd="sng" w="215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7" name="Google Shape;297;g3f6597198bd_0_126"/>
            <p:cNvSpPr txBox="1"/>
            <p:nvPr/>
          </p:nvSpPr>
          <p:spPr>
            <a:xfrm>
              <a:off x="3238500" y="1114425"/>
              <a:ext cx="5334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Human-in-the-Loop:</a:t>
              </a:r>
              <a:r>
                <a:rPr b="0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Mandatory human review of high-stakes AI outputs and complex automated decisions.</a:t>
              </a:r>
              <a:endParaRPr b="0" sz="165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8" name="Google Shape;298;g3f6597198bd_0_126"/>
            <p:cNvSpPr/>
            <p:nvPr/>
          </p:nvSpPr>
          <p:spPr>
            <a:xfrm>
              <a:off x="2990850" y="2038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9" name="Google Shape;299;g3f6597198bd_0_126"/>
            <p:cNvCxnSpPr/>
            <p:nvPr/>
          </p:nvCxnSpPr>
          <p:spPr>
            <a:xfrm>
              <a:off x="3048000" y="2152650"/>
              <a:ext cx="0" cy="705000"/>
            </a:xfrm>
            <a:prstGeom prst="straightConnector1">
              <a:avLst/>
            </a:prstGeom>
            <a:solidFill>
              <a:srgbClr val="FFFFFF"/>
            </a:solidFill>
            <a:ln cap="flat" cmpd="sng" w="215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0" name="Google Shape;300;g3f6597198bd_0_126"/>
            <p:cNvSpPr txBox="1"/>
            <p:nvPr/>
          </p:nvSpPr>
          <p:spPr>
            <a:xfrm>
              <a:off x="3238500" y="1924050"/>
              <a:ext cx="5334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Ongoing Monitoring:</a:t>
              </a:r>
              <a:r>
                <a:rPr b="0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Continuously tracking agentic performance to actively safeguard against data drift.</a:t>
              </a:r>
              <a:endParaRPr b="0" sz="165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g3f6597198bd_0_126"/>
            <p:cNvSpPr/>
            <p:nvPr/>
          </p:nvSpPr>
          <p:spPr>
            <a:xfrm>
              <a:off x="2990850" y="2847975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2" name="Google Shape;302;g3f6597198bd_0_126"/>
            <p:cNvCxnSpPr/>
            <p:nvPr/>
          </p:nvCxnSpPr>
          <p:spPr>
            <a:xfrm>
              <a:off x="3048000" y="2962275"/>
              <a:ext cx="0" cy="705000"/>
            </a:xfrm>
            <a:prstGeom prst="straightConnector1">
              <a:avLst/>
            </a:prstGeom>
            <a:solidFill>
              <a:srgbClr val="FFFFFF"/>
            </a:solidFill>
            <a:ln cap="flat" cmpd="sng" w="215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3" name="Google Shape;303;g3f6597198bd_0_126"/>
            <p:cNvSpPr txBox="1"/>
            <p:nvPr/>
          </p:nvSpPr>
          <p:spPr>
            <a:xfrm>
              <a:off x="3238500" y="2733675"/>
              <a:ext cx="5334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Strict Audits:</a:t>
              </a:r>
              <a:r>
                <a:rPr b="0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Conducting regular system compliance audits and maintaining detailed documentation of AI use.</a:t>
              </a:r>
              <a:endParaRPr b="0" sz="165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4" name="Google Shape;304;g3f6597198bd_0_126"/>
            <p:cNvSpPr/>
            <p:nvPr/>
          </p:nvSpPr>
          <p:spPr>
            <a:xfrm>
              <a:off x="2990850" y="365760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g3f6597198bd_0_126"/>
            <p:cNvSpPr txBox="1"/>
            <p:nvPr/>
          </p:nvSpPr>
          <p:spPr>
            <a:xfrm>
              <a:off x="3238500" y="3543300"/>
              <a:ext cx="5334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Data Governance:</a:t>
              </a:r>
              <a:r>
                <a:rPr b="0" lang="en-GB" sz="165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Enforce strict data governance policies—expressly avoiding the entry of sensitive or personally identifiable information (PII) into public models.</a:t>
              </a:r>
              <a:endParaRPr b="0" sz="165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59"/>
          <p:cNvGrpSpPr/>
          <p:nvPr/>
        </p:nvGrpSpPr>
        <p:grpSpPr>
          <a:xfrm>
            <a:off x="-27400" y="6335075"/>
            <a:ext cx="12232196" cy="535813"/>
            <a:chOff x="0" y="0"/>
            <a:chExt cx="24464392" cy="1071626"/>
          </a:xfrm>
        </p:grpSpPr>
        <p:sp>
          <p:nvSpPr>
            <p:cNvPr id="311" name="Google Shape;311;p59"/>
            <p:cNvSpPr/>
            <p:nvPr/>
          </p:nvSpPr>
          <p:spPr>
            <a:xfrm>
              <a:off x="25400" y="25400"/>
              <a:ext cx="24413592" cy="1020826"/>
            </a:xfrm>
            <a:custGeom>
              <a:rect b="b" l="l" r="r" t="t"/>
              <a:pathLst>
                <a:path extrusionOk="0" h="1020826" w="24413592">
                  <a:moveTo>
                    <a:pt x="133731" y="0"/>
                  </a:moveTo>
                  <a:lnTo>
                    <a:pt x="24279861" y="0"/>
                  </a:lnTo>
                  <a:cubicBezTo>
                    <a:pt x="24353648" y="0"/>
                    <a:pt x="24413592" y="57150"/>
                    <a:pt x="24413592" y="127635"/>
                  </a:cubicBezTo>
                  <a:lnTo>
                    <a:pt x="24413592" y="1020826"/>
                  </a:lnTo>
                  <a:lnTo>
                    <a:pt x="0" y="1020826"/>
                  </a:lnTo>
                  <a:lnTo>
                    <a:pt x="0" y="127635"/>
                  </a:lnTo>
                  <a:cubicBezTo>
                    <a:pt x="0" y="57150"/>
                    <a:pt x="59817" y="0"/>
                    <a:pt x="133731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59"/>
            <p:cNvSpPr/>
            <p:nvPr/>
          </p:nvSpPr>
          <p:spPr>
            <a:xfrm>
              <a:off x="0" y="0"/>
              <a:ext cx="24464392" cy="1071626"/>
            </a:xfrm>
            <a:custGeom>
              <a:rect b="b" l="l" r="r" t="t"/>
              <a:pathLst>
                <a:path extrusionOk="0" h="1071626" w="24464392">
                  <a:moveTo>
                    <a:pt x="159131" y="0"/>
                  </a:moveTo>
                  <a:lnTo>
                    <a:pt x="24305261" y="0"/>
                  </a:lnTo>
                  <a:lnTo>
                    <a:pt x="24305261" y="25400"/>
                  </a:lnTo>
                  <a:lnTo>
                    <a:pt x="24305261" y="0"/>
                  </a:lnTo>
                  <a:cubicBezTo>
                    <a:pt x="24392001" y="0"/>
                    <a:pt x="24464392" y="67437"/>
                    <a:pt x="24464392" y="153035"/>
                  </a:cubicBezTo>
                  <a:lnTo>
                    <a:pt x="24438992" y="153035"/>
                  </a:lnTo>
                  <a:lnTo>
                    <a:pt x="24464392" y="153035"/>
                  </a:lnTo>
                  <a:lnTo>
                    <a:pt x="24464392" y="1046226"/>
                  </a:lnTo>
                  <a:cubicBezTo>
                    <a:pt x="24464392" y="1060196"/>
                    <a:pt x="24452962" y="1071626"/>
                    <a:pt x="24438992" y="1071626"/>
                  </a:cubicBezTo>
                  <a:lnTo>
                    <a:pt x="25400" y="1071626"/>
                  </a:lnTo>
                  <a:cubicBezTo>
                    <a:pt x="11430" y="1071626"/>
                    <a:pt x="0" y="1060196"/>
                    <a:pt x="0" y="1046226"/>
                  </a:cubicBezTo>
                  <a:lnTo>
                    <a:pt x="0" y="153035"/>
                  </a:lnTo>
                  <a:lnTo>
                    <a:pt x="25400" y="153035"/>
                  </a:lnTo>
                  <a:lnTo>
                    <a:pt x="0" y="153035"/>
                  </a:lnTo>
                  <a:cubicBezTo>
                    <a:pt x="0" y="67437"/>
                    <a:pt x="72390" y="0"/>
                    <a:pt x="159131" y="0"/>
                  </a:cubicBezTo>
                  <a:cubicBezTo>
                    <a:pt x="166878" y="0"/>
                    <a:pt x="174117" y="3556"/>
                    <a:pt x="178943" y="9525"/>
                  </a:cubicBezTo>
                  <a:lnTo>
                    <a:pt x="159131" y="25400"/>
                  </a:lnTo>
                  <a:lnTo>
                    <a:pt x="159131" y="0"/>
                  </a:lnTo>
                  <a:moveTo>
                    <a:pt x="159131" y="50800"/>
                  </a:moveTo>
                  <a:cubicBezTo>
                    <a:pt x="151384" y="50800"/>
                    <a:pt x="144145" y="47244"/>
                    <a:pt x="139319" y="41275"/>
                  </a:cubicBezTo>
                  <a:lnTo>
                    <a:pt x="159131" y="25400"/>
                  </a:lnTo>
                  <a:lnTo>
                    <a:pt x="159131" y="50800"/>
                  </a:lnTo>
                  <a:cubicBezTo>
                    <a:pt x="98171" y="50800"/>
                    <a:pt x="50800" y="97663"/>
                    <a:pt x="50800" y="153035"/>
                  </a:cubicBezTo>
                  <a:lnTo>
                    <a:pt x="50800" y="1046226"/>
                  </a:lnTo>
                  <a:lnTo>
                    <a:pt x="25400" y="1046226"/>
                  </a:lnTo>
                  <a:lnTo>
                    <a:pt x="25400" y="1020826"/>
                  </a:lnTo>
                  <a:lnTo>
                    <a:pt x="24438990" y="1020826"/>
                  </a:lnTo>
                  <a:lnTo>
                    <a:pt x="24438990" y="1046226"/>
                  </a:lnTo>
                  <a:lnTo>
                    <a:pt x="24413590" y="1046226"/>
                  </a:lnTo>
                  <a:lnTo>
                    <a:pt x="24413590" y="153035"/>
                  </a:lnTo>
                  <a:cubicBezTo>
                    <a:pt x="24413590" y="97663"/>
                    <a:pt x="24366220" y="50800"/>
                    <a:pt x="24305259" y="50800"/>
                  </a:cubicBezTo>
                  <a:lnTo>
                    <a:pt x="159131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59"/>
          <p:cNvGrpSpPr/>
          <p:nvPr/>
        </p:nvGrpSpPr>
        <p:grpSpPr>
          <a:xfrm rot="10800000">
            <a:off x="9248323" y="-12532"/>
            <a:ext cx="2968244" cy="640207"/>
            <a:chOff x="0" y="0"/>
            <a:chExt cx="5936488" cy="1280414"/>
          </a:xfrm>
        </p:grpSpPr>
        <p:sp>
          <p:nvSpPr>
            <p:cNvPr id="314" name="Google Shape;314;p59"/>
            <p:cNvSpPr/>
            <p:nvPr/>
          </p:nvSpPr>
          <p:spPr>
            <a:xfrm>
              <a:off x="25400" y="25400"/>
              <a:ext cx="5885688" cy="1229614"/>
            </a:xfrm>
            <a:custGeom>
              <a:rect b="b" l="l" r="r" t="t"/>
              <a:pathLst>
                <a:path extrusionOk="0" h="1229614" w="5885688">
                  <a:moveTo>
                    <a:pt x="158750" y="0"/>
                  </a:moveTo>
                  <a:lnTo>
                    <a:pt x="5726938" y="0"/>
                  </a:lnTo>
                  <a:cubicBezTo>
                    <a:pt x="5814568" y="0"/>
                    <a:pt x="5885688" y="68834"/>
                    <a:pt x="5885688" y="153797"/>
                  </a:cubicBezTo>
                  <a:lnTo>
                    <a:pt x="5885688" y="1229614"/>
                  </a:lnTo>
                  <a:lnTo>
                    <a:pt x="0" y="1229614"/>
                  </a:lnTo>
                  <a:lnTo>
                    <a:pt x="0" y="153797"/>
                  </a:lnTo>
                  <a:cubicBezTo>
                    <a:pt x="0" y="68834"/>
                    <a:pt x="71120" y="0"/>
                    <a:pt x="15875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59"/>
            <p:cNvSpPr/>
            <p:nvPr/>
          </p:nvSpPr>
          <p:spPr>
            <a:xfrm>
              <a:off x="0" y="0"/>
              <a:ext cx="5936488" cy="1280414"/>
            </a:xfrm>
            <a:custGeom>
              <a:rect b="b" l="l" r="r" t="t"/>
              <a:pathLst>
                <a:path extrusionOk="0" h="1280414" w="5936488">
                  <a:moveTo>
                    <a:pt x="184150" y="0"/>
                  </a:moveTo>
                  <a:lnTo>
                    <a:pt x="5752338" y="0"/>
                  </a:lnTo>
                  <a:lnTo>
                    <a:pt x="5752338" y="25400"/>
                  </a:lnTo>
                  <a:lnTo>
                    <a:pt x="5752338" y="0"/>
                  </a:lnTo>
                  <a:cubicBezTo>
                    <a:pt x="5853303" y="0"/>
                    <a:pt x="5936488" y="79502"/>
                    <a:pt x="5936488" y="179197"/>
                  </a:cubicBezTo>
                  <a:lnTo>
                    <a:pt x="5936488" y="1255014"/>
                  </a:lnTo>
                  <a:cubicBezTo>
                    <a:pt x="5936488" y="1268984"/>
                    <a:pt x="5925058" y="1280414"/>
                    <a:pt x="5911088" y="1280414"/>
                  </a:cubicBezTo>
                  <a:lnTo>
                    <a:pt x="25400" y="1280414"/>
                  </a:lnTo>
                  <a:cubicBezTo>
                    <a:pt x="11430" y="1280414"/>
                    <a:pt x="0" y="1268984"/>
                    <a:pt x="0" y="1255014"/>
                  </a:cubicBezTo>
                  <a:lnTo>
                    <a:pt x="0" y="179197"/>
                  </a:lnTo>
                  <a:lnTo>
                    <a:pt x="25400" y="179197"/>
                  </a:lnTo>
                  <a:lnTo>
                    <a:pt x="0" y="179197"/>
                  </a:lnTo>
                  <a:cubicBezTo>
                    <a:pt x="0" y="79502"/>
                    <a:pt x="83185" y="0"/>
                    <a:pt x="184150" y="0"/>
                  </a:cubicBezTo>
                  <a:cubicBezTo>
                    <a:pt x="191897" y="0"/>
                    <a:pt x="199136" y="3556"/>
                    <a:pt x="203962" y="9525"/>
                  </a:cubicBezTo>
                  <a:lnTo>
                    <a:pt x="184150" y="25400"/>
                  </a:lnTo>
                  <a:lnTo>
                    <a:pt x="184150" y="0"/>
                  </a:lnTo>
                  <a:moveTo>
                    <a:pt x="184150" y="50800"/>
                  </a:moveTo>
                  <a:cubicBezTo>
                    <a:pt x="176403" y="50800"/>
                    <a:pt x="169164" y="47244"/>
                    <a:pt x="164338" y="41275"/>
                  </a:cubicBezTo>
                  <a:lnTo>
                    <a:pt x="184150" y="25400"/>
                  </a:lnTo>
                  <a:lnTo>
                    <a:pt x="184150" y="50800"/>
                  </a:lnTo>
                  <a:cubicBezTo>
                    <a:pt x="109728" y="50800"/>
                    <a:pt x="50800" y="108966"/>
                    <a:pt x="50800" y="179197"/>
                  </a:cubicBezTo>
                  <a:lnTo>
                    <a:pt x="50800" y="1255014"/>
                  </a:lnTo>
                  <a:lnTo>
                    <a:pt x="25400" y="1255014"/>
                  </a:lnTo>
                  <a:lnTo>
                    <a:pt x="25400" y="1229614"/>
                  </a:lnTo>
                  <a:lnTo>
                    <a:pt x="5910961" y="1229614"/>
                  </a:lnTo>
                  <a:lnTo>
                    <a:pt x="5910961" y="1255014"/>
                  </a:lnTo>
                  <a:lnTo>
                    <a:pt x="5885561" y="1255014"/>
                  </a:lnTo>
                  <a:lnTo>
                    <a:pt x="5885561" y="179197"/>
                  </a:lnTo>
                  <a:lnTo>
                    <a:pt x="5910961" y="179197"/>
                  </a:lnTo>
                  <a:lnTo>
                    <a:pt x="5885561" y="179197"/>
                  </a:lnTo>
                  <a:cubicBezTo>
                    <a:pt x="5885561" y="109093"/>
                    <a:pt x="5826633" y="50800"/>
                    <a:pt x="5752211" y="50800"/>
                  </a:cubicBezTo>
                  <a:lnTo>
                    <a:pt x="184150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59"/>
          <p:cNvGrpSpPr/>
          <p:nvPr/>
        </p:nvGrpSpPr>
        <p:grpSpPr>
          <a:xfrm rot="10800000">
            <a:off x="-15692" y="-12733"/>
            <a:ext cx="12232259" cy="390208"/>
            <a:chOff x="0" y="0"/>
            <a:chExt cx="24464518" cy="780415"/>
          </a:xfrm>
        </p:grpSpPr>
        <p:sp>
          <p:nvSpPr>
            <p:cNvPr id="317" name="Google Shape;317;p59"/>
            <p:cNvSpPr/>
            <p:nvPr/>
          </p:nvSpPr>
          <p:spPr>
            <a:xfrm>
              <a:off x="25400" y="25400"/>
              <a:ext cx="24413718" cy="729615"/>
            </a:xfrm>
            <a:custGeom>
              <a:rect b="b" l="l" r="r" t="t"/>
              <a:pathLst>
                <a:path extrusionOk="0" h="729615" w="24413718">
                  <a:moveTo>
                    <a:pt x="97409" y="0"/>
                  </a:moveTo>
                  <a:lnTo>
                    <a:pt x="24316310" y="0"/>
                  </a:lnTo>
                  <a:cubicBezTo>
                    <a:pt x="24370030" y="0"/>
                    <a:pt x="24413718" y="40894"/>
                    <a:pt x="24413718" y="91186"/>
                  </a:cubicBezTo>
                  <a:lnTo>
                    <a:pt x="24413718" y="729615"/>
                  </a:lnTo>
                  <a:lnTo>
                    <a:pt x="0" y="729615"/>
                  </a:lnTo>
                  <a:lnTo>
                    <a:pt x="0" y="91186"/>
                  </a:lnTo>
                  <a:cubicBezTo>
                    <a:pt x="0" y="40894"/>
                    <a:pt x="43561" y="0"/>
                    <a:pt x="9740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59"/>
            <p:cNvSpPr/>
            <p:nvPr/>
          </p:nvSpPr>
          <p:spPr>
            <a:xfrm>
              <a:off x="0" y="0"/>
              <a:ext cx="24464518" cy="780415"/>
            </a:xfrm>
            <a:custGeom>
              <a:rect b="b" l="l" r="r" t="t"/>
              <a:pathLst>
                <a:path extrusionOk="0" h="780415" w="24464518">
                  <a:moveTo>
                    <a:pt x="122809" y="0"/>
                  </a:moveTo>
                  <a:lnTo>
                    <a:pt x="24341710" y="0"/>
                  </a:lnTo>
                  <a:lnTo>
                    <a:pt x="24341710" y="25400"/>
                  </a:lnTo>
                  <a:lnTo>
                    <a:pt x="24341710" y="0"/>
                  </a:lnTo>
                  <a:cubicBezTo>
                    <a:pt x="24407876" y="0"/>
                    <a:pt x="24464518" y="50673"/>
                    <a:pt x="24464518" y="116586"/>
                  </a:cubicBezTo>
                  <a:lnTo>
                    <a:pt x="24439118" y="116586"/>
                  </a:lnTo>
                  <a:lnTo>
                    <a:pt x="24464518" y="116586"/>
                  </a:lnTo>
                  <a:lnTo>
                    <a:pt x="24464518" y="755015"/>
                  </a:lnTo>
                  <a:cubicBezTo>
                    <a:pt x="24464518" y="768985"/>
                    <a:pt x="24453089" y="780415"/>
                    <a:pt x="24439118" y="780415"/>
                  </a:cubicBezTo>
                  <a:lnTo>
                    <a:pt x="25400" y="780415"/>
                  </a:lnTo>
                  <a:cubicBezTo>
                    <a:pt x="11430" y="780415"/>
                    <a:pt x="0" y="768985"/>
                    <a:pt x="0" y="755015"/>
                  </a:cubicBezTo>
                  <a:lnTo>
                    <a:pt x="0" y="116586"/>
                  </a:lnTo>
                  <a:lnTo>
                    <a:pt x="25400" y="116586"/>
                  </a:lnTo>
                  <a:lnTo>
                    <a:pt x="0" y="116586"/>
                  </a:lnTo>
                  <a:cubicBezTo>
                    <a:pt x="0" y="50673"/>
                    <a:pt x="56515" y="0"/>
                    <a:pt x="122809" y="0"/>
                  </a:cubicBezTo>
                  <a:cubicBezTo>
                    <a:pt x="136779" y="0"/>
                    <a:pt x="148209" y="11430"/>
                    <a:pt x="148209" y="25400"/>
                  </a:cubicBezTo>
                  <a:lnTo>
                    <a:pt x="122809" y="25400"/>
                  </a:lnTo>
                  <a:lnTo>
                    <a:pt x="122809" y="0"/>
                  </a:lnTo>
                  <a:moveTo>
                    <a:pt x="122809" y="50800"/>
                  </a:moveTo>
                  <a:cubicBezTo>
                    <a:pt x="108839" y="50800"/>
                    <a:pt x="97409" y="39370"/>
                    <a:pt x="97409" y="25400"/>
                  </a:cubicBezTo>
                  <a:lnTo>
                    <a:pt x="122809" y="25400"/>
                  </a:lnTo>
                  <a:lnTo>
                    <a:pt x="122809" y="50800"/>
                  </a:lnTo>
                  <a:cubicBezTo>
                    <a:pt x="81407" y="50800"/>
                    <a:pt x="50800" y="81788"/>
                    <a:pt x="50800" y="116586"/>
                  </a:cubicBezTo>
                  <a:lnTo>
                    <a:pt x="50800" y="755015"/>
                  </a:lnTo>
                  <a:lnTo>
                    <a:pt x="25400" y="755015"/>
                  </a:lnTo>
                  <a:lnTo>
                    <a:pt x="25400" y="729615"/>
                  </a:lnTo>
                  <a:lnTo>
                    <a:pt x="24438990" y="729615"/>
                  </a:lnTo>
                  <a:lnTo>
                    <a:pt x="24438990" y="755015"/>
                  </a:lnTo>
                  <a:lnTo>
                    <a:pt x="24413590" y="755015"/>
                  </a:lnTo>
                  <a:lnTo>
                    <a:pt x="24413590" y="116586"/>
                  </a:lnTo>
                  <a:cubicBezTo>
                    <a:pt x="24413590" y="81788"/>
                    <a:pt x="24382983" y="50800"/>
                    <a:pt x="24341581" y="50800"/>
                  </a:cubicBezTo>
                  <a:lnTo>
                    <a:pt x="122809" y="5080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59"/>
          <p:cNvSpPr/>
          <p:nvPr/>
        </p:nvSpPr>
        <p:spPr>
          <a:xfrm>
            <a:off x="3852392" y="1761729"/>
            <a:ext cx="4478189" cy="3979991"/>
          </a:xfrm>
          <a:custGeom>
            <a:rect b="b" l="l" r="r" t="t"/>
            <a:pathLst>
              <a:path extrusionOk="0" h="5962533" w="6708897">
                <a:moveTo>
                  <a:pt x="0" y="0"/>
                </a:moveTo>
                <a:lnTo>
                  <a:pt x="6708898" y="0"/>
                </a:lnTo>
                <a:lnTo>
                  <a:pt x="6708898" y="5962533"/>
                </a:lnTo>
                <a:lnTo>
                  <a:pt x="0" y="596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59"/>
          <p:cNvSpPr txBox="1"/>
          <p:nvPr/>
        </p:nvSpPr>
        <p:spPr>
          <a:xfrm>
            <a:off x="4518551" y="6479391"/>
            <a:ext cx="3154800" cy="2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Excellence and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9"/>
          <p:cNvSpPr txBox="1"/>
          <p:nvPr/>
        </p:nvSpPr>
        <p:spPr>
          <a:xfrm>
            <a:off x="9322017" y="54024"/>
            <a:ext cx="2821200" cy="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CHRIST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Deemed to be University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9"/>
          <p:cNvSpPr txBox="1"/>
          <p:nvPr>
            <p:ph idx="12" type="sldNum"/>
          </p:nvPr>
        </p:nvSpPr>
        <p:spPr>
          <a:xfrm>
            <a:off x="11220400" y="6408364"/>
            <a:ext cx="7317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